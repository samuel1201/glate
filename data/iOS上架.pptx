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7" d="100"/>
          <a:sy n="127" d="100"/>
        </p:scale>
        <p:origin x="-102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2018/8/28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403648" y="476672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預覽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10" name="圓角矩形 9"/>
          <p:cNvSpPr/>
          <p:nvPr/>
        </p:nvSpPr>
        <p:spPr>
          <a:xfrm>
            <a:off x="821930" y="1124744"/>
            <a:ext cx="1584176" cy="23762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3 </a:t>
            </a:r>
            <a:r>
              <a:rPr lang="en-US" altLang="zh-TW" dirty="0"/>
              <a:t>AA Batteries works for 1 year</a:t>
            </a:r>
            <a:endParaRPr lang="zh-TW" altLang="en-US" dirty="0"/>
          </a:p>
        </p:txBody>
      </p:sp>
      <p:sp>
        <p:nvSpPr>
          <p:cNvPr id="12" name="圓角矩形 11"/>
          <p:cNvSpPr/>
          <p:nvPr/>
        </p:nvSpPr>
        <p:spPr>
          <a:xfrm>
            <a:off x="2547392" y="1124744"/>
            <a:ext cx="1584176" cy="23762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Share alarms to other members</a:t>
            </a:r>
            <a:endParaRPr lang="zh-TW" altLang="en-US" dirty="0"/>
          </a:p>
        </p:txBody>
      </p:sp>
      <p:sp>
        <p:nvSpPr>
          <p:cNvPr id="13" name="圓角矩形 12"/>
          <p:cNvSpPr/>
          <p:nvPr/>
        </p:nvSpPr>
        <p:spPr>
          <a:xfrm>
            <a:off x="4283968" y="1124744"/>
            <a:ext cx="1584176" cy="23762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Video Chat by 166 </a:t>
            </a:r>
            <a:r>
              <a:rPr lang="en-US" altLang="zh-TW" dirty="0"/>
              <a:t>degree wide angle lens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043608" y="4005064"/>
            <a:ext cx="24138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Defendoor</a:t>
            </a:r>
            <a:r>
              <a:rPr lang="en-US" altLang="zh-TW" dirty="0" smtClean="0"/>
              <a:t> Features</a:t>
            </a:r>
          </a:p>
          <a:p>
            <a:pPr marL="285750" indent="-285750">
              <a:buFontTx/>
              <a:buChar char="-"/>
            </a:pPr>
            <a:r>
              <a:rPr lang="en-US" altLang="zh-TW" dirty="0" err="1" smtClean="0"/>
              <a:t>WiFi</a:t>
            </a:r>
            <a:r>
              <a:rPr lang="en-US" altLang="zh-TW" dirty="0" smtClean="0"/>
              <a:t> Doorbell</a:t>
            </a:r>
          </a:p>
          <a:p>
            <a:pPr marL="285750" indent="-285750">
              <a:buFontTx/>
              <a:buChar char="-"/>
            </a:pPr>
            <a:r>
              <a:rPr lang="en-US" altLang="zh-TW" dirty="0" smtClean="0"/>
              <a:t>Wide angle lens</a:t>
            </a:r>
          </a:p>
          <a:p>
            <a:pPr marL="285750" indent="-285750">
              <a:buFontTx/>
              <a:buChar char="-"/>
            </a:pPr>
            <a:r>
              <a:rPr lang="en-US" altLang="zh-TW" dirty="0" smtClean="0"/>
              <a:t>Night vision</a:t>
            </a:r>
          </a:p>
          <a:p>
            <a:pPr marL="285750" indent="-285750">
              <a:buFontTx/>
              <a:buChar char="-"/>
            </a:pPr>
            <a:r>
              <a:rPr lang="en-US" altLang="zh-TW" dirty="0" smtClean="0"/>
              <a:t>3 AA battery</a:t>
            </a:r>
          </a:p>
          <a:p>
            <a:pPr marL="285750" indent="-285750">
              <a:buFontTx/>
              <a:buChar char="-"/>
            </a:pPr>
            <a:r>
              <a:rPr lang="en-US" altLang="zh-TW" dirty="0" smtClean="0"/>
              <a:t>Share with members</a:t>
            </a:r>
          </a:p>
        </p:txBody>
      </p:sp>
    </p:spTree>
    <p:extLst>
      <p:ext uri="{BB962C8B-B14F-4D97-AF65-F5344CB8AC3E}">
        <p14:creationId xmlns:p14="http://schemas.microsoft.com/office/powerpoint/2010/main" val="258968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37</Words>
  <Application>Microsoft Office PowerPoint</Application>
  <PresentationFormat>如螢幕大小 (4:3)</PresentationFormat>
  <Paragraphs>10</Paragraphs>
  <Slides>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JHNB</dc:creator>
  <cp:lastModifiedBy>JHNB</cp:lastModifiedBy>
  <cp:revision>3</cp:revision>
  <dcterms:created xsi:type="dcterms:W3CDTF">2018-08-28T11:00:22Z</dcterms:created>
  <dcterms:modified xsi:type="dcterms:W3CDTF">2018-08-28T12:14:12Z</dcterms:modified>
</cp:coreProperties>
</file>