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1" r:id="rId5"/>
    <p:sldId id="262" r:id="rId6"/>
    <p:sldId id="263" r:id="rId7"/>
    <p:sldId id="264" r:id="rId8"/>
    <p:sldId id="265" r:id="rId9"/>
    <p:sldId id="266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50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DDE2C-3FB0-42E6-8D01-2047AB63D796}" type="datetimeFigureOut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AA626-7A54-4775-A6D7-6B19B61BB6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7661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DDE2C-3FB0-42E6-8D01-2047AB63D796}" type="datetimeFigureOut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AA626-7A54-4775-A6D7-6B19B61BB6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8967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DDE2C-3FB0-42E6-8D01-2047AB63D796}" type="datetimeFigureOut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AA626-7A54-4775-A6D7-6B19B61BB6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1004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DDE2C-3FB0-42E6-8D01-2047AB63D796}" type="datetimeFigureOut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AA626-7A54-4775-A6D7-6B19B61BB6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0916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DDE2C-3FB0-42E6-8D01-2047AB63D796}" type="datetimeFigureOut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AA626-7A54-4775-A6D7-6B19B61BB6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619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DDE2C-3FB0-42E6-8D01-2047AB63D796}" type="datetimeFigureOut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AA626-7A54-4775-A6D7-6B19B61BB6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1351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DDE2C-3FB0-42E6-8D01-2047AB63D796}" type="datetimeFigureOut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AA626-7A54-4775-A6D7-6B19B61BB6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3440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DDE2C-3FB0-42E6-8D01-2047AB63D796}" type="datetimeFigureOut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AA626-7A54-4775-A6D7-6B19B61BB6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3448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DDE2C-3FB0-42E6-8D01-2047AB63D796}" type="datetimeFigureOut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AA626-7A54-4775-A6D7-6B19B61BB6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1245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DDE2C-3FB0-42E6-8D01-2047AB63D796}" type="datetimeFigureOut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AA626-7A54-4775-A6D7-6B19B61BB6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3858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DDE2C-3FB0-42E6-8D01-2047AB63D796}" type="datetimeFigureOut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AA626-7A54-4775-A6D7-6B19B61BB6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5989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DDE2C-3FB0-42E6-8D01-2047AB63D796}" type="datetimeFigureOut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6AA626-7A54-4775-A6D7-6B19B61BB6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623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0619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9853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802" y="332656"/>
            <a:ext cx="5256584" cy="6432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6334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50" y="61913"/>
            <a:ext cx="5753100" cy="673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4944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620688"/>
            <a:ext cx="4999367" cy="5076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0022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671200"/>
            <a:ext cx="5184576" cy="5634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4077072"/>
            <a:ext cx="2592288" cy="44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9276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961"/>
            <a:ext cx="5133502" cy="570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7223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611560" y="510311"/>
            <a:ext cx="7992888" cy="5884490"/>
            <a:chOff x="-468560" y="190500"/>
            <a:chExt cx="9904387" cy="7034758"/>
          </a:xfrm>
        </p:grpSpPr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8438" y="190500"/>
              <a:ext cx="3667125" cy="64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171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468560" y="5301208"/>
              <a:ext cx="3629025" cy="1924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172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0152" y="5661248"/>
              <a:ext cx="3495675" cy="1428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173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02537" y="4365104"/>
              <a:ext cx="3467100" cy="12096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04005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4005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4005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1</Words>
  <Application>Microsoft Office PowerPoint</Application>
  <PresentationFormat>如螢幕大小 (4:3)</PresentationFormat>
  <Paragraphs>1</Paragraphs>
  <Slides>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Office 佈景主題</vt:lpstr>
      <vt:lpstr>0619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J177</dc:creator>
  <cp:lastModifiedBy>J177</cp:lastModifiedBy>
  <cp:revision>3</cp:revision>
  <dcterms:created xsi:type="dcterms:W3CDTF">2018-06-19T01:25:01Z</dcterms:created>
  <dcterms:modified xsi:type="dcterms:W3CDTF">2018-06-19T07:20:42Z</dcterms:modified>
</cp:coreProperties>
</file>